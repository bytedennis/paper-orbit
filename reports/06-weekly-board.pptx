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update board" id="{eb2c46e3-b1a5-fc9b-9d8f-5ab8a2d0aec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Weekly update board (dark). Four columns: done, in progress, next, blockers and asks. Every card is a headline plus one line of detail plus an owner or date. The blockers column is the reason the reader opens the slide, so each blocker ends with a specific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Weekly update — Consumer Banking analytics — week ending 2 October 2026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For: Head of Consumer Banking  ·  Team: Data &amp; Analytics, 12 FTE, 2 open roles  ·  Overall health: Green  ·  Next 1:1: 8 October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2647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DONE THIS WEEK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22585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September deposit MI published on day 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700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days faster than August; commentary automated.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181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Finance MI · 3 Oct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6301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Card vintage delinquency deep-dive delivered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0416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2024 vintage isolated as the driver; shared with Risk.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4897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Credit analytics · 1 Oct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8920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50017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reconciliation suite v2 in production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4132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Row and column checks live for 25 source-target pairs.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58613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Platform · 30 Sep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333674" y="1783080"/>
            <a:ext cx="2647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33674" y="21488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70834" y="22585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HYS repricing impact model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470834" y="26700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Attrition scenarios for −15 and −25 bps; draft Tuesday.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0834" y="31181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Pricing analytics · 70% done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33674" y="35204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470834" y="36301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Branch consolidation dashboard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470834" y="40416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Adding complaint and attrition tiles per market.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470834" y="44897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Distribution MI · 50% done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210148" y="1783080"/>
            <a:ext cx="2647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WEEK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10148" y="21488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47308" y="22585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Q3 business review pack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347308" y="26700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Numbers locked Wednesday; narrative review Thursday.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347308" y="31181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Due 10 Oct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10148" y="35204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347308" y="36301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Collections dialer data-feed design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347308" y="40416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Depends on the vendor contract (see blockers).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347308" y="44897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Starts 7 Oct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086621" y="1783080"/>
            <a:ext cx="2647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BLOCKERS AND ASKS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086621" y="21488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223781" y="22585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Collections dialer contract still unsigned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223781" y="26700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Blocks the data-feed design; Procurement escalation needed.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9223781" y="31181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Ask: call the Procurement lead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086621" y="3520440"/>
            <a:ext cx="264787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223781" y="3630168"/>
            <a:ext cx="23735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Two analyst roles open for 9 weeks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9223781" y="4041648"/>
            <a:ext cx="237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Risk analytics backfill; contractor cover proposed to December.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223781" y="4489704"/>
            <a:ext cx="2373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Ask: approve contractor to Dec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 Night">
  <a:themeElements>
    <a:clrScheme name="Slate Night">
      <a:dk1>
        <a:srgbClr val="F5F7FA"/>
      </a:dk1>
      <a:lt1>
        <a:srgbClr val="1F2933"/>
      </a:lt1>
      <a:dk2>
        <a:srgbClr val="AEB8C4"/>
      </a:dk2>
      <a:lt2>
        <a:srgbClr val="2B3744"/>
      </a:lt2>
      <a:accent1>
        <a:srgbClr val="4FD1C5"/>
      </a:accent1>
      <a:accent2>
        <a:srgbClr val="F6AD55"/>
      </a:accent2>
      <a:accent3>
        <a:srgbClr val="FC8181"/>
      </a:accent3>
      <a:accent4>
        <a:srgbClr val="63B3ED"/>
      </a:accent4>
      <a:accent5>
        <a:srgbClr val="9AE6B4"/>
      </a:accent5>
      <a:accent6>
        <a:srgbClr val="D6BCFA"/>
      </a:accent6>
      <a:hlink>
        <a:srgbClr val="4FD1C5"/>
      </a:hlink>
      <a:folHlink>
        <a:srgbClr val="AEB8C4"/>
      </a:folHlink>
    </a:clrScheme>
    <a:fontScheme name="Slate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update — Consumer Banking analytics — week ending 2 October 2026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