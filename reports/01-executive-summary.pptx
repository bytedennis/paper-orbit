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utive summary" id="{a1791e66-52e8-599b-dd61-65241ba6981b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 (SCQA style). Title = the answer in one sentence. Three messages, each a headline with a number plus one or two lines of support. Right card = what you need from the reader, with a date. Keep to three messages; move anything else to an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Action title: the one sentence you want remembered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Period · audience · owner · date</a:t>
            </a:r>
            <a:endParaRPr lang="en-US" sz="12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64465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All figures are illustrative and for template use only  ·  Consumer Banking  ·  Replace with actuals before distribution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Q3 deposits grew 4.1% YoY despite two rate cuts; card delinquency is the one metric to watch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Q3 2026 business review  ·  Prepared for: Head of Consumer Banking  ·  Owner: Finance &amp; Analytics  ·  5 October 2026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8105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7830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Deposits reached $48.2bn (+4.1% YoY), led by high-yield savings (+$1.6bn)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231343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Mix shift into savings lifted cost of funds by 12 bps QoQ. Checking balances held flat and there is no sign of outflow to brokerage after the September rate cut.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326440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Digital active customers hit 68% (+5 pts YoY); branch transactions fell 11%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37947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14-branch consolidation remains on plan for Q1 2027 with $11m of run-rate savings. Complaint volumes in the affected markets are inside tolerance.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7731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474573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Card 30+ day delinquency rose to 1.42% (+18 bps QoQ), concentrated in the 2024 vintage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527608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Early-stage roll rates stabilised in September after line-increase tightening in July. Full-year charge-off guidance of 3.1% is unchanged but has no headroom left.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92440" y="1783080"/>
            <a:ext cx="3642055" cy="443484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366760" y="2011680"/>
            <a:ext cx="3093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WHAT I NEED FROM YOU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2423160"/>
            <a:ext cx="3093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Approve a 15 bps high-yield savings rate reduction effective 1 November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366760" y="3200400"/>
            <a:ext cx="3093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Estimated +$9m annualised NII; modelled attrition below 0.5% of balances.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366760" y="3886200"/>
            <a:ext cx="3093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Endorse pausing automatic credit line increases for the 2024 card vintage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366760" y="4663440"/>
            <a:ext cx="3093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Affects ~210k accounts; reduces projected 2027 losses by $4m.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366760" y="5440680"/>
            <a:ext cx="3093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Decision needed by 15 October to meet the November pricing cycle.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Executive">
  <a:themeElements>
    <a:clrScheme name="Midnight Executive">
      <a:dk1>
        <a:srgbClr val="1B1F3A"/>
      </a:dk1>
      <a:lt1>
        <a:srgbClr val="FFFFFF"/>
      </a:lt1>
      <a:dk2>
        <a:srgbClr val="5B6478"/>
      </a:dk2>
      <a:lt2>
        <a:srgbClr val="EEF3FC"/>
      </a:lt2>
      <a:accent1>
        <a:srgbClr val="1E2761"/>
      </a:accent1>
      <a:accent2>
        <a:srgbClr val="CADCFC"/>
      </a:accent2>
      <a:accent3>
        <a:srgbClr val="3E6BB5"/>
      </a:accent3>
      <a:accent4>
        <a:srgbClr val="8FA8D8"/>
      </a:accent4>
      <a:accent5>
        <a:srgbClr val="6B7A99"/>
      </a:accent5>
      <a:accent6>
        <a:srgbClr val="C9A227"/>
      </a:accent6>
      <a:hlink>
        <a:srgbClr val="1E2761"/>
      </a:hlink>
      <a:folHlink>
        <a:srgbClr val="5B6478"/>
      </a:folHlink>
    </a:clrScheme>
    <a:fontScheme name="Midnight Execut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Consumer Banking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deposits grew 4.1% YoY despite two rate cuts; card delinquency is the one metric to watch</dc:title>
  <dc:subject>One-slide manager report template</dc:subject>
  <dc:creator>Consumer Banking</dc:creator>
  <cp:lastModifiedBy>Consumer Banking</cp:lastModifiedBy>
  <cp:revision>1</cp:revision>
  <dcterms:created xsi:type="dcterms:W3CDTF">2026-10-05T12:57:55Z</dcterms:created>
  <dcterms:modified xsi:type="dcterms:W3CDTF">2026-10-05T12:57:55Z</dcterms:modified>
</cp:coreProperties>
</file>