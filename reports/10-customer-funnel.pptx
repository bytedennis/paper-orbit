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stomer funnel" id="{18070db7-ee90-ca7f-4d72-887df1f4751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1F234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340"/>
                </a:solidFill>
                <a:latin typeface="+mn-lt"/>
              </a:rPr>
              <a:t>Customers at each stage, thousands — September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.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F648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Landing page visits</c:v>
                  </c:pt>
                  <c:pt idx="1">
                    <c:v>Application started</c:v>
                  </c:pt>
                  <c:pt idx="2">
                    <c:v>Identity verified</c:v>
                  </c:pt>
                  <c:pt idx="3">
                    <c:v>Application submitted</c:v>
                  </c:pt>
                  <c:pt idx="4">
                    <c:v>Approved</c:v>
                  </c:pt>
                  <c:pt idx="5">
                    <c:v>Funded (first deposit)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</c:v>
                </c:pt>
                <c:pt idx="1">
                  <c:v>96.3</c:v>
                </c:pt>
                <c:pt idx="2">
                  <c:v>51.2</c:v>
                </c:pt>
                <c:pt idx="3">
                  <c:v>38.9</c:v>
                </c:pt>
                <c:pt idx="4">
                  <c:v>32.1</c:v>
                </c:pt>
                <c:pt idx="5">
                  <c:v>29.8</c:v>
                </c:pt>
              </c:numCache>
            </c:numRef>
          </c:val>
        </c:ser>
        <c:dLbls>
          <c:numFmt formatCode="#,##0.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F648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funnel. Left: one bar per stage, same colour, values labelled. Right: step-by-step conversion against benchmark, with the weakest step highlighted. Below: where the leak is in one sentence, then the actions with dates and the expected uplift.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Digital account opening converts 31% of started applications to funded accounts; identity verification is the biggest leak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Digital checking acquisition funnel, September 2026  ·  Monthly growth review  ·  Source: Digital analytics (illustrative)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783080"/>
          <a:ext cx="464789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31520"/>
                <a:gridCol w="1097280"/>
                <a:gridCol w="10360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F6480"/>
                          </a:solidFill>
                        </a:rPr>
                        <a:t>STEP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F6480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F6480"/>
                          </a:solidFill>
                        </a:rPr>
                        <a:t>BENCHMARK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F6480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Visit → Start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23.4%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6480"/>
                          </a:solidFill>
                        </a:rPr>
                        <a:t>20–25%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In range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40"/>
                          </a:solidFill>
                        </a:rPr>
                        <a:t>Start → ID verified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340"/>
                          </a:solidFill>
                        </a:rPr>
                        <a:t>53.2%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6480"/>
                          </a:solidFill>
                        </a:rPr>
                        <a:t>70%+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−17 pts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ID verified → Submitted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76.0%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6480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−4 pts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Submitted → Approved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82.5%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6480"/>
                          </a:solidFill>
                        </a:rPr>
                        <a:t>80–85%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In range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Approved → Funded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92.8%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6480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In range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Start → Funded, overall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340"/>
                          </a:solidFill>
                        </a:rPr>
                        <a:t>30.9%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6480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−14 pts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7086600" y="4297680"/>
            <a:ext cx="464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WHERE THE LEAK IS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7086600" y="4544568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47% of applicants drop at identity verification; 61% of those fail document photo capture on the first attempt, with Android failing at twice the iOS rate.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7086600" y="5349240"/>
            <a:ext cx="464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ACTIONS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086600" y="5596128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Ship in-app document capture with live guidance (November)</a:t>
            </a:r>
            <a:endParaRPr 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save-and-resume with an SMS link (October)</a:t>
            </a:r>
            <a:endParaRPr 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Expected uplift: +6.1k funded accounts a month at current traffic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1F2340"/>
      </a:dk1>
      <a:lt1>
        <a:srgbClr val="FFFFFF"/>
      </a:lt1>
      <a:dk2>
        <a:srgbClr val="5F6480"/>
      </a:dk2>
      <a:lt2>
        <a:srgbClr val="FFF1F0"/>
      </a:lt2>
      <a:accent1>
        <a:srgbClr val="2F3C7E"/>
      </a:accent1>
      <a:accent2>
        <a:srgbClr val="F96167"/>
      </a:accent2>
      <a:accent3>
        <a:srgbClr val="F9E795"/>
      </a:accent3>
      <a:accent4>
        <a:srgbClr val="8C94C9"/>
      </a:accent4>
      <a:accent5>
        <a:srgbClr val="C94A50"/>
      </a:accent5>
      <a:accent6>
        <a:srgbClr val="3F8F7B"/>
      </a:accent6>
      <a:hlink>
        <a:srgbClr val="2F3C7E"/>
      </a:hlink>
      <a:folHlink>
        <a:srgbClr val="5F6480"/>
      </a:folHlink>
    </a:clrScheme>
    <a:fontScheme name="Cor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account opening converts 31% of started applications to funded accounts; identity verification is the biggest leak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